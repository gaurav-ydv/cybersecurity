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0"/>
  </p:notesMasterIdLst>
  <p:sldIdLst>
    <p:sldId id="256" r:id="rId3"/>
    <p:sldId id="257" r:id="rId4"/>
    <p:sldId id="258" r:id="rId5"/>
    <p:sldId id="263" r:id="rId6"/>
    <p:sldId id="266" r:id="rId7"/>
    <p:sldId id="264" r:id="rId8"/>
    <p:sldId id="265" r:id="rId9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8C6049-D03D-43EE-9573-5D1B5E4E92BE}" type="doc">
      <dgm:prSet loTypeId="urn:microsoft.com/office/officeart/2005/8/layout/orgChart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B9380D2-BE3C-4804-93B9-E86B9EABDB90}">
      <dgm:prSet phldrT="[Text]"/>
      <dgm:spPr/>
      <dgm:t>
        <a:bodyPr/>
        <a:lstStyle/>
        <a:p>
          <a:r>
            <a:rPr lang="en-IN" dirty="0" smtClean="0"/>
            <a:t>Hackers</a:t>
          </a:r>
          <a:endParaRPr lang="en-IN" dirty="0"/>
        </a:p>
      </dgm:t>
    </dgm:pt>
    <dgm:pt modelId="{57DEA791-31EB-43BB-A233-C4FE4AD4919B}" type="parTrans" cxnId="{4FD49BAD-0826-4B6A-AACE-2BEFF8647A24}">
      <dgm:prSet/>
      <dgm:spPr/>
      <dgm:t>
        <a:bodyPr/>
        <a:lstStyle/>
        <a:p>
          <a:endParaRPr lang="en-IN"/>
        </a:p>
      </dgm:t>
    </dgm:pt>
    <dgm:pt modelId="{B2695FB2-6124-4A93-AB95-83FEA5B455DD}" type="sibTrans" cxnId="{4FD49BAD-0826-4B6A-AACE-2BEFF8647A24}">
      <dgm:prSet/>
      <dgm:spPr/>
      <dgm:t>
        <a:bodyPr/>
        <a:lstStyle/>
        <a:p>
          <a:endParaRPr lang="en-IN"/>
        </a:p>
      </dgm:t>
    </dgm:pt>
    <dgm:pt modelId="{983D8EAC-FE29-4972-B3D9-9023DB81F587}">
      <dgm:prSet phldrT="[Text]"/>
      <dgm:spPr/>
      <dgm:t>
        <a:bodyPr/>
        <a:lstStyle/>
        <a:p>
          <a:r>
            <a:rPr lang="en-IN" dirty="0" smtClean="0"/>
            <a:t>Black Hat Hackers</a:t>
          </a:r>
          <a:endParaRPr lang="en-IN" dirty="0"/>
        </a:p>
      </dgm:t>
    </dgm:pt>
    <dgm:pt modelId="{1C371583-D81F-4150-AF46-EE7C7669838C}" type="parTrans" cxnId="{689D7F27-8441-42E7-9E20-4C6DAED4653A}">
      <dgm:prSet/>
      <dgm:spPr/>
      <dgm:t>
        <a:bodyPr/>
        <a:lstStyle/>
        <a:p>
          <a:endParaRPr lang="en-IN"/>
        </a:p>
      </dgm:t>
    </dgm:pt>
    <dgm:pt modelId="{BEAA1D6E-8B91-4D0D-9C4C-91375CA3E27B}" type="sibTrans" cxnId="{689D7F27-8441-42E7-9E20-4C6DAED4653A}">
      <dgm:prSet/>
      <dgm:spPr/>
      <dgm:t>
        <a:bodyPr/>
        <a:lstStyle/>
        <a:p>
          <a:endParaRPr lang="en-IN"/>
        </a:p>
      </dgm:t>
    </dgm:pt>
    <dgm:pt modelId="{682EBD9F-8A58-4525-AB45-F705BC70697D}">
      <dgm:prSet phldrT="[Text]"/>
      <dgm:spPr/>
      <dgm:t>
        <a:bodyPr/>
        <a:lstStyle/>
        <a:p>
          <a:r>
            <a:rPr lang="en-IN" dirty="0" smtClean="0"/>
            <a:t>Grey Hat Hackers</a:t>
          </a:r>
          <a:endParaRPr lang="en-IN" dirty="0"/>
        </a:p>
      </dgm:t>
    </dgm:pt>
    <dgm:pt modelId="{6E044AB0-B155-4481-BAB5-07AA2AC677FB}" type="parTrans" cxnId="{FDBD427B-6B08-4BD6-A911-CC58B6B9552B}">
      <dgm:prSet/>
      <dgm:spPr/>
      <dgm:t>
        <a:bodyPr/>
        <a:lstStyle/>
        <a:p>
          <a:endParaRPr lang="en-IN"/>
        </a:p>
      </dgm:t>
    </dgm:pt>
    <dgm:pt modelId="{F37859E3-ABEB-4710-A4BA-C3A20D7EFF65}" type="sibTrans" cxnId="{FDBD427B-6B08-4BD6-A911-CC58B6B9552B}">
      <dgm:prSet/>
      <dgm:spPr/>
      <dgm:t>
        <a:bodyPr/>
        <a:lstStyle/>
        <a:p>
          <a:endParaRPr lang="en-IN"/>
        </a:p>
      </dgm:t>
    </dgm:pt>
    <dgm:pt modelId="{BC082951-8259-4A4B-BE67-36AF07E5ADB6}">
      <dgm:prSet phldrT="[Text]"/>
      <dgm:spPr/>
      <dgm:t>
        <a:bodyPr/>
        <a:lstStyle/>
        <a:p>
          <a:r>
            <a:rPr lang="en-IN" dirty="0" smtClean="0"/>
            <a:t>White Hat Hackers</a:t>
          </a:r>
          <a:endParaRPr lang="en-IN" dirty="0"/>
        </a:p>
      </dgm:t>
    </dgm:pt>
    <dgm:pt modelId="{8FC476B4-DCF8-4A40-A9EB-545DACAAD6B5}" type="parTrans" cxnId="{84B2198F-265E-4197-9804-D83EB1A6F602}">
      <dgm:prSet/>
      <dgm:spPr/>
      <dgm:t>
        <a:bodyPr/>
        <a:lstStyle/>
        <a:p>
          <a:endParaRPr lang="en-IN"/>
        </a:p>
      </dgm:t>
    </dgm:pt>
    <dgm:pt modelId="{7F8AEA72-7C63-4F84-861C-691800106596}" type="sibTrans" cxnId="{84B2198F-265E-4197-9804-D83EB1A6F602}">
      <dgm:prSet/>
      <dgm:spPr/>
      <dgm:t>
        <a:bodyPr/>
        <a:lstStyle/>
        <a:p>
          <a:endParaRPr lang="en-IN"/>
        </a:p>
      </dgm:t>
    </dgm:pt>
    <dgm:pt modelId="{EAA4881C-20DE-4D98-AB56-1195A9B6D755}" type="pres">
      <dgm:prSet presAssocID="{5B8C6049-D03D-43EE-9573-5D1B5E4E92B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F342E1B5-DF0A-4079-B5D6-1D59107B8A6F}" type="pres">
      <dgm:prSet presAssocID="{AB9380D2-BE3C-4804-93B9-E86B9EABDB90}" presName="hierRoot1" presStyleCnt="0">
        <dgm:presLayoutVars>
          <dgm:hierBranch val="init"/>
        </dgm:presLayoutVars>
      </dgm:prSet>
      <dgm:spPr/>
    </dgm:pt>
    <dgm:pt modelId="{2173953F-1E10-4494-B2B5-48090969FB5E}" type="pres">
      <dgm:prSet presAssocID="{AB9380D2-BE3C-4804-93B9-E86B9EABDB90}" presName="rootComposite1" presStyleCnt="0"/>
      <dgm:spPr/>
    </dgm:pt>
    <dgm:pt modelId="{B91B88BB-7028-46EF-9602-7D3CC7F8C022}" type="pres">
      <dgm:prSet presAssocID="{AB9380D2-BE3C-4804-93B9-E86B9EABDB90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CCF28820-F4AF-42B9-91B3-49BEE4D7584E}" type="pres">
      <dgm:prSet presAssocID="{AB9380D2-BE3C-4804-93B9-E86B9EABDB90}" presName="rootConnector1" presStyleLbl="node1" presStyleIdx="0" presStyleCnt="0"/>
      <dgm:spPr/>
      <dgm:t>
        <a:bodyPr/>
        <a:lstStyle/>
        <a:p>
          <a:endParaRPr lang="en-IN"/>
        </a:p>
      </dgm:t>
    </dgm:pt>
    <dgm:pt modelId="{034981BB-FAFB-41F8-9723-B387A3B4858F}" type="pres">
      <dgm:prSet presAssocID="{AB9380D2-BE3C-4804-93B9-E86B9EABDB90}" presName="hierChild2" presStyleCnt="0"/>
      <dgm:spPr/>
    </dgm:pt>
    <dgm:pt modelId="{80680A97-354A-4D43-910C-E7C6152093A3}" type="pres">
      <dgm:prSet presAssocID="{1C371583-D81F-4150-AF46-EE7C7669838C}" presName="Name37" presStyleLbl="parChTrans1D2" presStyleIdx="0" presStyleCnt="3"/>
      <dgm:spPr/>
      <dgm:t>
        <a:bodyPr/>
        <a:lstStyle/>
        <a:p>
          <a:endParaRPr lang="en-IN"/>
        </a:p>
      </dgm:t>
    </dgm:pt>
    <dgm:pt modelId="{66540248-3F70-451D-A696-B123365B2ADA}" type="pres">
      <dgm:prSet presAssocID="{983D8EAC-FE29-4972-B3D9-9023DB81F587}" presName="hierRoot2" presStyleCnt="0">
        <dgm:presLayoutVars>
          <dgm:hierBranch val="init"/>
        </dgm:presLayoutVars>
      </dgm:prSet>
      <dgm:spPr/>
    </dgm:pt>
    <dgm:pt modelId="{043FAAF3-ABA7-4A30-9373-8BE30A964DF9}" type="pres">
      <dgm:prSet presAssocID="{983D8EAC-FE29-4972-B3D9-9023DB81F587}" presName="rootComposite" presStyleCnt="0"/>
      <dgm:spPr/>
    </dgm:pt>
    <dgm:pt modelId="{42C9B18E-DB63-4C2F-93EF-9E73EE754974}" type="pres">
      <dgm:prSet presAssocID="{983D8EAC-FE29-4972-B3D9-9023DB81F587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DFACF2D0-AB79-491D-A6FE-00C0DBD731E5}" type="pres">
      <dgm:prSet presAssocID="{983D8EAC-FE29-4972-B3D9-9023DB81F587}" presName="rootConnector" presStyleLbl="node2" presStyleIdx="0" presStyleCnt="3"/>
      <dgm:spPr/>
      <dgm:t>
        <a:bodyPr/>
        <a:lstStyle/>
        <a:p>
          <a:endParaRPr lang="en-IN"/>
        </a:p>
      </dgm:t>
    </dgm:pt>
    <dgm:pt modelId="{FF45689D-2DFD-4550-9219-371A7F614006}" type="pres">
      <dgm:prSet presAssocID="{983D8EAC-FE29-4972-B3D9-9023DB81F587}" presName="hierChild4" presStyleCnt="0"/>
      <dgm:spPr/>
    </dgm:pt>
    <dgm:pt modelId="{3C97FD1F-71EE-437F-A089-8EF83246ABF0}" type="pres">
      <dgm:prSet presAssocID="{983D8EAC-FE29-4972-B3D9-9023DB81F587}" presName="hierChild5" presStyleCnt="0"/>
      <dgm:spPr/>
    </dgm:pt>
    <dgm:pt modelId="{962727ED-6D05-44D4-9A81-0D3D33D95707}" type="pres">
      <dgm:prSet presAssocID="{6E044AB0-B155-4481-BAB5-07AA2AC677FB}" presName="Name37" presStyleLbl="parChTrans1D2" presStyleIdx="1" presStyleCnt="3"/>
      <dgm:spPr/>
      <dgm:t>
        <a:bodyPr/>
        <a:lstStyle/>
        <a:p>
          <a:endParaRPr lang="en-IN"/>
        </a:p>
      </dgm:t>
    </dgm:pt>
    <dgm:pt modelId="{59D7388D-3729-4EC9-BC76-0410B4E288E6}" type="pres">
      <dgm:prSet presAssocID="{682EBD9F-8A58-4525-AB45-F705BC70697D}" presName="hierRoot2" presStyleCnt="0">
        <dgm:presLayoutVars>
          <dgm:hierBranch val="init"/>
        </dgm:presLayoutVars>
      </dgm:prSet>
      <dgm:spPr/>
    </dgm:pt>
    <dgm:pt modelId="{03DFD27F-EEBE-41AB-BC74-F8FBB7735024}" type="pres">
      <dgm:prSet presAssocID="{682EBD9F-8A58-4525-AB45-F705BC70697D}" presName="rootComposite" presStyleCnt="0"/>
      <dgm:spPr/>
    </dgm:pt>
    <dgm:pt modelId="{5C19A3AD-24E2-4853-A640-3E4B0755D7E5}" type="pres">
      <dgm:prSet presAssocID="{682EBD9F-8A58-4525-AB45-F705BC70697D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7A3D4B4-33D3-43AF-9335-4E66E157DA18}" type="pres">
      <dgm:prSet presAssocID="{682EBD9F-8A58-4525-AB45-F705BC70697D}" presName="rootConnector" presStyleLbl="node2" presStyleIdx="1" presStyleCnt="3"/>
      <dgm:spPr/>
      <dgm:t>
        <a:bodyPr/>
        <a:lstStyle/>
        <a:p>
          <a:endParaRPr lang="en-IN"/>
        </a:p>
      </dgm:t>
    </dgm:pt>
    <dgm:pt modelId="{DDCB47BD-F718-4A22-85DB-3A6853C6563D}" type="pres">
      <dgm:prSet presAssocID="{682EBD9F-8A58-4525-AB45-F705BC70697D}" presName="hierChild4" presStyleCnt="0"/>
      <dgm:spPr/>
    </dgm:pt>
    <dgm:pt modelId="{7CFDC812-534A-4681-9EC2-BC98A8D90EAF}" type="pres">
      <dgm:prSet presAssocID="{682EBD9F-8A58-4525-AB45-F705BC70697D}" presName="hierChild5" presStyleCnt="0"/>
      <dgm:spPr/>
    </dgm:pt>
    <dgm:pt modelId="{C7E3C3BF-574E-49D1-A9AD-93669E3D6E15}" type="pres">
      <dgm:prSet presAssocID="{8FC476B4-DCF8-4A40-A9EB-545DACAAD6B5}" presName="Name37" presStyleLbl="parChTrans1D2" presStyleIdx="2" presStyleCnt="3"/>
      <dgm:spPr/>
      <dgm:t>
        <a:bodyPr/>
        <a:lstStyle/>
        <a:p>
          <a:endParaRPr lang="en-IN"/>
        </a:p>
      </dgm:t>
    </dgm:pt>
    <dgm:pt modelId="{43070A2B-85C6-4DC4-A90F-CCEF095F15FE}" type="pres">
      <dgm:prSet presAssocID="{BC082951-8259-4A4B-BE67-36AF07E5ADB6}" presName="hierRoot2" presStyleCnt="0">
        <dgm:presLayoutVars>
          <dgm:hierBranch val="init"/>
        </dgm:presLayoutVars>
      </dgm:prSet>
      <dgm:spPr/>
    </dgm:pt>
    <dgm:pt modelId="{0B2765A7-9C4D-410E-ADE1-B2FD08960394}" type="pres">
      <dgm:prSet presAssocID="{BC082951-8259-4A4B-BE67-36AF07E5ADB6}" presName="rootComposite" presStyleCnt="0"/>
      <dgm:spPr/>
    </dgm:pt>
    <dgm:pt modelId="{2239FC42-4FB8-4994-826A-B30736A1F1AD}" type="pres">
      <dgm:prSet presAssocID="{BC082951-8259-4A4B-BE67-36AF07E5ADB6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44149D6D-D867-4BF3-B16F-3E190A21BBC2}" type="pres">
      <dgm:prSet presAssocID="{BC082951-8259-4A4B-BE67-36AF07E5ADB6}" presName="rootConnector" presStyleLbl="node2" presStyleIdx="2" presStyleCnt="3"/>
      <dgm:spPr/>
      <dgm:t>
        <a:bodyPr/>
        <a:lstStyle/>
        <a:p>
          <a:endParaRPr lang="en-IN"/>
        </a:p>
      </dgm:t>
    </dgm:pt>
    <dgm:pt modelId="{16A98CE1-E68C-4F7D-9373-B4A6B9FDDC7C}" type="pres">
      <dgm:prSet presAssocID="{BC082951-8259-4A4B-BE67-36AF07E5ADB6}" presName="hierChild4" presStyleCnt="0"/>
      <dgm:spPr/>
    </dgm:pt>
    <dgm:pt modelId="{C45C1392-25E7-47A3-9F17-EE0A1BF7DEDF}" type="pres">
      <dgm:prSet presAssocID="{BC082951-8259-4A4B-BE67-36AF07E5ADB6}" presName="hierChild5" presStyleCnt="0"/>
      <dgm:spPr/>
    </dgm:pt>
    <dgm:pt modelId="{059CD2DE-50E6-4A95-AAB2-57C2B07C3280}" type="pres">
      <dgm:prSet presAssocID="{AB9380D2-BE3C-4804-93B9-E86B9EABDB90}" presName="hierChild3" presStyleCnt="0"/>
      <dgm:spPr/>
    </dgm:pt>
  </dgm:ptLst>
  <dgm:cxnLst>
    <dgm:cxn modelId="{689D7F27-8441-42E7-9E20-4C6DAED4653A}" srcId="{AB9380D2-BE3C-4804-93B9-E86B9EABDB90}" destId="{983D8EAC-FE29-4972-B3D9-9023DB81F587}" srcOrd="0" destOrd="0" parTransId="{1C371583-D81F-4150-AF46-EE7C7669838C}" sibTransId="{BEAA1D6E-8B91-4D0D-9C4C-91375CA3E27B}"/>
    <dgm:cxn modelId="{1734B75B-E509-43E6-898D-553E80B0C4F2}" type="presOf" srcId="{BC082951-8259-4A4B-BE67-36AF07E5ADB6}" destId="{2239FC42-4FB8-4994-826A-B30736A1F1AD}" srcOrd="0" destOrd="0" presId="urn:microsoft.com/office/officeart/2005/8/layout/orgChart1"/>
    <dgm:cxn modelId="{039293AE-F70A-47FC-828D-E578D7571D48}" type="presOf" srcId="{BC082951-8259-4A4B-BE67-36AF07E5ADB6}" destId="{44149D6D-D867-4BF3-B16F-3E190A21BBC2}" srcOrd="1" destOrd="0" presId="urn:microsoft.com/office/officeart/2005/8/layout/orgChart1"/>
    <dgm:cxn modelId="{1823AD17-2AC9-453B-BD73-D1F7A620E9D1}" type="presOf" srcId="{6E044AB0-B155-4481-BAB5-07AA2AC677FB}" destId="{962727ED-6D05-44D4-9A81-0D3D33D95707}" srcOrd="0" destOrd="0" presId="urn:microsoft.com/office/officeart/2005/8/layout/orgChart1"/>
    <dgm:cxn modelId="{91F25815-249E-4E65-A58D-DAEED47077EC}" type="presOf" srcId="{682EBD9F-8A58-4525-AB45-F705BC70697D}" destId="{A7A3D4B4-33D3-43AF-9335-4E66E157DA18}" srcOrd="1" destOrd="0" presId="urn:microsoft.com/office/officeart/2005/8/layout/orgChart1"/>
    <dgm:cxn modelId="{B6CC1369-6A97-48B0-86CD-972D8038899D}" type="presOf" srcId="{983D8EAC-FE29-4972-B3D9-9023DB81F587}" destId="{DFACF2D0-AB79-491D-A6FE-00C0DBD731E5}" srcOrd="1" destOrd="0" presId="urn:microsoft.com/office/officeart/2005/8/layout/orgChart1"/>
    <dgm:cxn modelId="{1E0D75A9-4FE7-4AB4-9C71-C5A3CAC73A26}" type="presOf" srcId="{AB9380D2-BE3C-4804-93B9-E86B9EABDB90}" destId="{B91B88BB-7028-46EF-9602-7D3CC7F8C022}" srcOrd="0" destOrd="0" presId="urn:microsoft.com/office/officeart/2005/8/layout/orgChart1"/>
    <dgm:cxn modelId="{FDBD427B-6B08-4BD6-A911-CC58B6B9552B}" srcId="{AB9380D2-BE3C-4804-93B9-E86B9EABDB90}" destId="{682EBD9F-8A58-4525-AB45-F705BC70697D}" srcOrd="1" destOrd="0" parTransId="{6E044AB0-B155-4481-BAB5-07AA2AC677FB}" sibTransId="{F37859E3-ABEB-4710-A4BA-C3A20D7EFF65}"/>
    <dgm:cxn modelId="{B1041001-4FA4-4D59-8B5A-F6C003037335}" type="presOf" srcId="{5B8C6049-D03D-43EE-9573-5D1B5E4E92BE}" destId="{EAA4881C-20DE-4D98-AB56-1195A9B6D755}" srcOrd="0" destOrd="0" presId="urn:microsoft.com/office/officeart/2005/8/layout/orgChart1"/>
    <dgm:cxn modelId="{2D257134-A1AC-418F-8F1C-DCD3026186CC}" type="presOf" srcId="{983D8EAC-FE29-4972-B3D9-9023DB81F587}" destId="{42C9B18E-DB63-4C2F-93EF-9E73EE754974}" srcOrd="0" destOrd="0" presId="urn:microsoft.com/office/officeart/2005/8/layout/orgChart1"/>
    <dgm:cxn modelId="{84B2198F-265E-4197-9804-D83EB1A6F602}" srcId="{AB9380D2-BE3C-4804-93B9-E86B9EABDB90}" destId="{BC082951-8259-4A4B-BE67-36AF07E5ADB6}" srcOrd="2" destOrd="0" parTransId="{8FC476B4-DCF8-4A40-A9EB-545DACAAD6B5}" sibTransId="{7F8AEA72-7C63-4F84-861C-691800106596}"/>
    <dgm:cxn modelId="{A5E8E51D-D56C-48D3-A4D8-A679D1D1F504}" type="presOf" srcId="{8FC476B4-DCF8-4A40-A9EB-545DACAAD6B5}" destId="{C7E3C3BF-574E-49D1-A9AD-93669E3D6E15}" srcOrd="0" destOrd="0" presId="urn:microsoft.com/office/officeart/2005/8/layout/orgChart1"/>
    <dgm:cxn modelId="{EDB89A97-8335-404B-B2FC-0663AA01D205}" type="presOf" srcId="{682EBD9F-8A58-4525-AB45-F705BC70697D}" destId="{5C19A3AD-24E2-4853-A640-3E4B0755D7E5}" srcOrd="0" destOrd="0" presId="urn:microsoft.com/office/officeart/2005/8/layout/orgChart1"/>
    <dgm:cxn modelId="{4FD49BAD-0826-4B6A-AACE-2BEFF8647A24}" srcId="{5B8C6049-D03D-43EE-9573-5D1B5E4E92BE}" destId="{AB9380D2-BE3C-4804-93B9-E86B9EABDB90}" srcOrd="0" destOrd="0" parTransId="{57DEA791-31EB-43BB-A233-C4FE4AD4919B}" sibTransId="{B2695FB2-6124-4A93-AB95-83FEA5B455DD}"/>
    <dgm:cxn modelId="{8E7075EB-3E5E-48AC-B910-5670FDFD1A9E}" type="presOf" srcId="{1C371583-D81F-4150-AF46-EE7C7669838C}" destId="{80680A97-354A-4D43-910C-E7C6152093A3}" srcOrd="0" destOrd="0" presId="urn:microsoft.com/office/officeart/2005/8/layout/orgChart1"/>
    <dgm:cxn modelId="{7D7A06D8-4A6F-49CE-B2CC-CC956288A0AE}" type="presOf" srcId="{AB9380D2-BE3C-4804-93B9-E86B9EABDB90}" destId="{CCF28820-F4AF-42B9-91B3-49BEE4D7584E}" srcOrd="1" destOrd="0" presId="urn:microsoft.com/office/officeart/2005/8/layout/orgChart1"/>
    <dgm:cxn modelId="{7C292C04-62DE-47C0-8105-26D409E23483}" type="presParOf" srcId="{EAA4881C-20DE-4D98-AB56-1195A9B6D755}" destId="{F342E1B5-DF0A-4079-B5D6-1D59107B8A6F}" srcOrd="0" destOrd="0" presId="urn:microsoft.com/office/officeart/2005/8/layout/orgChart1"/>
    <dgm:cxn modelId="{0EA9B8E4-2779-460D-AEFC-31F974D44AA2}" type="presParOf" srcId="{F342E1B5-DF0A-4079-B5D6-1D59107B8A6F}" destId="{2173953F-1E10-4494-B2B5-48090969FB5E}" srcOrd="0" destOrd="0" presId="urn:microsoft.com/office/officeart/2005/8/layout/orgChart1"/>
    <dgm:cxn modelId="{F64EC7DC-C577-4A0C-885B-C1CD52742479}" type="presParOf" srcId="{2173953F-1E10-4494-B2B5-48090969FB5E}" destId="{B91B88BB-7028-46EF-9602-7D3CC7F8C022}" srcOrd="0" destOrd="0" presId="urn:microsoft.com/office/officeart/2005/8/layout/orgChart1"/>
    <dgm:cxn modelId="{724A4792-597B-422F-930A-28FF3AEC4B81}" type="presParOf" srcId="{2173953F-1E10-4494-B2B5-48090969FB5E}" destId="{CCF28820-F4AF-42B9-91B3-49BEE4D7584E}" srcOrd="1" destOrd="0" presId="urn:microsoft.com/office/officeart/2005/8/layout/orgChart1"/>
    <dgm:cxn modelId="{9B08B9BE-1165-46D9-8D04-20DCFFDD505A}" type="presParOf" srcId="{F342E1B5-DF0A-4079-B5D6-1D59107B8A6F}" destId="{034981BB-FAFB-41F8-9723-B387A3B4858F}" srcOrd="1" destOrd="0" presId="urn:microsoft.com/office/officeart/2005/8/layout/orgChart1"/>
    <dgm:cxn modelId="{9FB225A9-9461-4FD5-8095-69892768789B}" type="presParOf" srcId="{034981BB-FAFB-41F8-9723-B387A3B4858F}" destId="{80680A97-354A-4D43-910C-E7C6152093A3}" srcOrd="0" destOrd="0" presId="urn:microsoft.com/office/officeart/2005/8/layout/orgChart1"/>
    <dgm:cxn modelId="{CB05C732-DAC7-4239-9E29-F4A7E07E84B6}" type="presParOf" srcId="{034981BB-FAFB-41F8-9723-B387A3B4858F}" destId="{66540248-3F70-451D-A696-B123365B2ADA}" srcOrd="1" destOrd="0" presId="urn:microsoft.com/office/officeart/2005/8/layout/orgChart1"/>
    <dgm:cxn modelId="{3AF69365-0777-4AB1-B428-C64FD0F53479}" type="presParOf" srcId="{66540248-3F70-451D-A696-B123365B2ADA}" destId="{043FAAF3-ABA7-4A30-9373-8BE30A964DF9}" srcOrd="0" destOrd="0" presId="urn:microsoft.com/office/officeart/2005/8/layout/orgChart1"/>
    <dgm:cxn modelId="{5FB2E75E-4000-4130-A7D4-DB2E2D6590B7}" type="presParOf" srcId="{043FAAF3-ABA7-4A30-9373-8BE30A964DF9}" destId="{42C9B18E-DB63-4C2F-93EF-9E73EE754974}" srcOrd="0" destOrd="0" presId="urn:microsoft.com/office/officeart/2005/8/layout/orgChart1"/>
    <dgm:cxn modelId="{032B2D40-95B3-4DD8-A3A9-C9ABE8FC3585}" type="presParOf" srcId="{043FAAF3-ABA7-4A30-9373-8BE30A964DF9}" destId="{DFACF2D0-AB79-491D-A6FE-00C0DBD731E5}" srcOrd="1" destOrd="0" presId="urn:microsoft.com/office/officeart/2005/8/layout/orgChart1"/>
    <dgm:cxn modelId="{6B36B1E4-94B3-4DEB-9C6F-E7B4A3EE31E5}" type="presParOf" srcId="{66540248-3F70-451D-A696-B123365B2ADA}" destId="{FF45689D-2DFD-4550-9219-371A7F614006}" srcOrd="1" destOrd="0" presId="urn:microsoft.com/office/officeart/2005/8/layout/orgChart1"/>
    <dgm:cxn modelId="{A233ABA7-3EF3-4CE9-97A8-A76255805F10}" type="presParOf" srcId="{66540248-3F70-451D-A696-B123365B2ADA}" destId="{3C97FD1F-71EE-437F-A089-8EF83246ABF0}" srcOrd="2" destOrd="0" presId="urn:microsoft.com/office/officeart/2005/8/layout/orgChart1"/>
    <dgm:cxn modelId="{C64FE30B-6343-4D94-A6E5-A3BBBE063F8B}" type="presParOf" srcId="{034981BB-FAFB-41F8-9723-B387A3B4858F}" destId="{962727ED-6D05-44D4-9A81-0D3D33D95707}" srcOrd="2" destOrd="0" presId="urn:microsoft.com/office/officeart/2005/8/layout/orgChart1"/>
    <dgm:cxn modelId="{2DBDF8E9-030D-4CAD-BE32-EAAD21B83D04}" type="presParOf" srcId="{034981BB-FAFB-41F8-9723-B387A3B4858F}" destId="{59D7388D-3729-4EC9-BC76-0410B4E288E6}" srcOrd="3" destOrd="0" presId="urn:microsoft.com/office/officeart/2005/8/layout/orgChart1"/>
    <dgm:cxn modelId="{8AAAA0C9-DC62-4FD6-AAD9-DF236723EFD1}" type="presParOf" srcId="{59D7388D-3729-4EC9-BC76-0410B4E288E6}" destId="{03DFD27F-EEBE-41AB-BC74-F8FBB7735024}" srcOrd="0" destOrd="0" presId="urn:microsoft.com/office/officeart/2005/8/layout/orgChart1"/>
    <dgm:cxn modelId="{54320C91-5D21-467F-ACA0-0DD91F019D0E}" type="presParOf" srcId="{03DFD27F-EEBE-41AB-BC74-F8FBB7735024}" destId="{5C19A3AD-24E2-4853-A640-3E4B0755D7E5}" srcOrd="0" destOrd="0" presId="urn:microsoft.com/office/officeart/2005/8/layout/orgChart1"/>
    <dgm:cxn modelId="{FF0A33E7-4EAB-4BE9-A61E-9222D9137235}" type="presParOf" srcId="{03DFD27F-EEBE-41AB-BC74-F8FBB7735024}" destId="{A7A3D4B4-33D3-43AF-9335-4E66E157DA18}" srcOrd="1" destOrd="0" presId="urn:microsoft.com/office/officeart/2005/8/layout/orgChart1"/>
    <dgm:cxn modelId="{E761756E-EFA4-4F8B-9FFD-911B6CB95270}" type="presParOf" srcId="{59D7388D-3729-4EC9-BC76-0410B4E288E6}" destId="{DDCB47BD-F718-4A22-85DB-3A6853C6563D}" srcOrd="1" destOrd="0" presId="urn:microsoft.com/office/officeart/2005/8/layout/orgChart1"/>
    <dgm:cxn modelId="{406FE559-F176-4346-A37A-23EC30C8AE7D}" type="presParOf" srcId="{59D7388D-3729-4EC9-BC76-0410B4E288E6}" destId="{7CFDC812-534A-4681-9EC2-BC98A8D90EAF}" srcOrd="2" destOrd="0" presId="urn:microsoft.com/office/officeart/2005/8/layout/orgChart1"/>
    <dgm:cxn modelId="{DD84896A-5C22-4955-8450-FA62C6DA9FF5}" type="presParOf" srcId="{034981BB-FAFB-41F8-9723-B387A3B4858F}" destId="{C7E3C3BF-574E-49D1-A9AD-93669E3D6E15}" srcOrd="4" destOrd="0" presId="urn:microsoft.com/office/officeart/2005/8/layout/orgChart1"/>
    <dgm:cxn modelId="{E622A9A1-6FBD-46FF-9D0A-46790077D18E}" type="presParOf" srcId="{034981BB-FAFB-41F8-9723-B387A3B4858F}" destId="{43070A2B-85C6-4DC4-A90F-CCEF095F15FE}" srcOrd="5" destOrd="0" presId="urn:microsoft.com/office/officeart/2005/8/layout/orgChart1"/>
    <dgm:cxn modelId="{FF5733E5-59DB-4653-9F8D-9FA9826DA701}" type="presParOf" srcId="{43070A2B-85C6-4DC4-A90F-CCEF095F15FE}" destId="{0B2765A7-9C4D-410E-ADE1-B2FD08960394}" srcOrd="0" destOrd="0" presId="urn:microsoft.com/office/officeart/2005/8/layout/orgChart1"/>
    <dgm:cxn modelId="{DEFA6CD0-7787-4CED-942F-74DAFD9F6A3E}" type="presParOf" srcId="{0B2765A7-9C4D-410E-ADE1-B2FD08960394}" destId="{2239FC42-4FB8-4994-826A-B30736A1F1AD}" srcOrd="0" destOrd="0" presId="urn:microsoft.com/office/officeart/2005/8/layout/orgChart1"/>
    <dgm:cxn modelId="{CDB453CC-187F-4424-A7C7-2C515DC29B17}" type="presParOf" srcId="{0B2765A7-9C4D-410E-ADE1-B2FD08960394}" destId="{44149D6D-D867-4BF3-B16F-3E190A21BBC2}" srcOrd="1" destOrd="0" presId="urn:microsoft.com/office/officeart/2005/8/layout/orgChart1"/>
    <dgm:cxn modelId="{2BEA4A3C-5B92-419D-B069-461F9FC134CC}" type="presParOf" srcId="{43070A2B-85C6-4DC4-A90F-CCEF095F15FE}" destId="{16A98CE1-E68C-4F7D-9373-B4A6B9FDDC7C}" srcOrd="1" destOrd="0" presId="urn:microsoft.com/office/officeart/2005/8/layout/orgChart1"/>
    <dgm:cxn modelId="{6ED09911-E3A1-42AE-80FE-8E063EF55138}" type="presParOf" srcId="{43070A2B-85C6-4DC4-A90F-CCEF095F15FE}" destId="{C45C1392-25E7-47A3-9F17-EE0A1BF7DEDF}" srcOrd="2" destOrd="0" presId="urn:microsoft.com/office/officeart/2005/8/layout/orgChart1"/>
    <dgm:cxn modelId="{C11D0B59-6B91-426E-9823-9486CC4AFDC2}" type="presParOf" srcId="{F342E1B5-DF0A-4079-B5D6-1D59107B8A6F}" destId="{059CD2DE-50E6-4A95-AAB2-57C2B07C328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B5F2B-3899-4210-BF2C-2D55B161D36E}" type="datetimeFigureOut">
              <a:rPr lang="en-IN" smtClean="0"/>
              <a:t>20-01-2021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76940-EBB2-4185-85A2-006B48E36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830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76940-EBB2-4185-85A2-006B48E3648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220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12880" y="1600200"/>
            <a:ext cx="10566000" cy="4114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10566000" cy="411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5155920" cy="411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26920" y="1600200"/>
            <a:ext cx="5155920" cy="411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12880" y="274680"/>
            <a:ext cx="1056600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26920" y="1600200"/>
            <a:ext cx="5155920" cy="411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12880" y="37494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5155920" cy="411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920" y="16002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26920" y="37494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26920" y="16002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812880" y="3749400"/>
            <a:ext cx="10566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10566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12880" y="3749400"/>
            <a:ext cx="10566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920" y="16002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12880" y="37494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26920" y="37494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3402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85520" y="1600200"/>
            <a:ext cx="3402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7957800" y="1600200"/>
            <a:ext cx="3402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812880" y="3749400"/>
            <a:ext cx="3402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85520" y="3749400"/>
            <a:ext cx="3402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7957800" y="3749400"/>
            <a:ext cx="3402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812880" y="1600200"/>
            <a:ext cx="10566000" cy="4114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10566000" cy="411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5155920" cy="411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26920" y="1600200"/>
            <a:ext cx="5155920" cy="411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812880" y="274680"/>
            <a:ext cx="1056600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26920" y="1600200"/>
            <a:ext cx="5155920" cy="411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812880" y="37494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5155920" cy="4114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26920" y="16002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26920" y="37494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26920" y="16002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812880" y="3749400"/>
            <a:ext cx="10566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10566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812880" y="3749400"/>
            <a:ext cx="10566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26920" y="16002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812880" y="37494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226920" y="3749400"/>
            <a:ext cx="515592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812880" y="1600200"/>
            <a:ext cx="3402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385520" y="1600200"/>
            <a:ext cx="3402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7957800" y="1600200"/>
            <a:ext cx="3402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812880" y="3749400"/>
            <a:ext cx="3402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4385520" y="3749400"/>
            <a:ext cx="3402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7957800" y="3749400"/>
            <a:ext cx="3402000" cy="196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700" b="0" strike="noStrike" spc="29">
              <a:solidFill>
                <a:srgbClr val="FFFFFF"/>
              </a:solidFill>
              <a:latin typeface="Arial Narrow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69000">
              <a:srgbClr val="000000"/>
            </a:gs>
            <a:gs pos="100000">
              <a:srgbClr val="3E3E3E"/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/>
          <p:nvPr/>
        </p:nvPicPr>
        <p:blipFill>
          <a:blip r:embed="rId1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" name="Picture 6" descr="horizon.png"/>
          <p:cNvPicPr/>
          <p:nvPr/>
        </p:nvPicPr>
        <p:blipFill>
          <a:blip r:embed="rId14"/>
          <a:srcRect t="33330"/>
          <a:stretch/>
        </p:blipFill>
        <p:spPr>
          <a:xfrm>
            <a:off x="0" y="0"/>
            <a:ext cx="12191760" cy="45716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dt"/>
          </p:nvPr>
        </p:nvSpPr>
        <p:spPr>
          <a:xfrm>
            <a:off x="7620120" y="6356520"/>
            <a:ext cx="20314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0152603D-5956-4600-85A0-2872FFEA524A}" type="datetime">
              <a:rPr lang="en-IN" sz="1000" b="0" strike="noStrike" spc="58">
                <a:solidFill>
                  <a:srgbClr val="FFFFFF"/>
                </a:solidFill>
                <a:latin typeface="Arial Narrow"/>
              </a:rPr>
              <a:t>20-01-2021</a:t>
            </a:fld>
            <a:endParaRPr lang="en-IN" sz="1000" b="0" strike="noStrike" spc="-1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/>
          </p:nvPr>
        </p:nvSpPr>
        <p:spPr>
          <a:xfrm>
            <a:off x="812880" y="6356520"/>
            <a:ext cx="38602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IN" sz="2400" b="0" strike="noStrike" spc="-1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/>
          </p:nvPr>
        </p:nvSpPr>
        <p:spPr>
          <a:xfrm>
            <a:off x="10058400" y="6356520"/>
            <a:ext cx="13204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AB5A1DA-95AA-4CB8-9D20-FB0456D206AA}" type="slidenum">
              <a:rPr lang="en-IN" sz="1100" b="0" strike="noStrike" spc="-1">
                <a:solidFill>
                  <a:srgbClr val="FFFFFF"/>
                </a:solidFill>
                <a:latin typeface="Arial Narrow"/>
              </a:rPr>
              <a:t>‹#›</a:t>
            </a:fld>
            <a:endParaRPr lang="en-IN" sz="11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914400" y="2007720"/>
            <a:ext cx="10362960" cy="146952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cap="all" spc="49">
                <a:solidFill>
                  <a:srgbClr val="FFFFFF"/>
                </a:solidFill>
                <a:latin typeface="Arial Narrow"/>
              </a:rPr>
              <a:t>Click to edit Master title style</a:t>
            </a:r>
            <a:endParaRPr lang="en-US" sz="32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700" b="0" strike="noStrike" spc="29">
                <a:solidFill>
                  <a:srgbClr val="FFFFFF"/>
                </a:solidFill>
                <a:latin typeface="Arial Narrow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700" b="0" strike="noStrike" spc="29">
                <a:solidFill>
                  <a:srgbClr val="FFFFFF"/>
                </a:solidFill>
                <a:latin typeface="Arial Narrow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700" b="0" strike="noStrike" spc="29">
                <a:solidFill>
                  <a:srgbClr val="FFFFFF"/>
                </a:solidFill>
                <a:latin typeface="Arial Narrow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700" b="0" strike="noStrike" spc="29">
                <a:solidFill>
                  <a:srgbClr val="FFFFFF"/>
                </a:solidFill>
                <a:latin typeface="Arial Narrow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29">
                <a:solidFill>
                  <a:srgbClr val="FFFFFF"/>
                </a:solidFill>
                <a:latin typeface="Arial Narrow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29">
                <a:solidFill>
                  <a:srgbClr val="FFFFFF"/>
                </a:solidFill>
                <a:latin typeface="Arial Narrow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29">
                <a:solidFill>
                  <a:srgbClr val="FFFFFF"/>
                </a:solidFill>
                <a:latin typeface="Arial Narrow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69000">
              <a:srgbClr val="000000"/>
            </a:gs>
            <a:gs pos="100000">
              <a:srgbClr val="3E3E3E"/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6" descr="horizon.png"/>
          <p:cNvPicPr/>
          <p:nvPr/>
        </p:nvPicPr>
        <p:blipFill>
          <a:blip r:embed="rId1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566000" cy="11426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0" strike="noStrike" cap="all" spc="49">
                <a:solidFill>
                  <a:srgbClr val="FFFFFF"/>
                </a:solidFill>
                <a:latin typeface="Arial Narrow"/>
              </a:rPr>
              <a:t>Click to edit Master title style</a:t>
            </a:r>
            <a:endParaRPr lang="en-US" sz="3000" b="0" strike="noStrike" spc="-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/>
          </p:nvPr>
        </p:nvSpPr>
        <p:spPr>
          <a:xfrm>
            <a:off x="7620120" y="6356520"/>
            <a:ext cx="20314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321B7AB0-7F90-4A63-9BFB-367784422958}" type="datetime">
              <a:rPr lang="en-IN" sz="1000" b="0" strike="noStrike" spc="58">
                <a:solidFill>
                  <a:srgbClr val="FFFFFF"/>
                </a:solidFill>
                <a:latin typeface="Arial Narrow"/>
              </a:rPr>
              <a:t>20-01-2021</a:t>
            </a:fld>
            <a:endParaRPr lang="en-IN" sz="1000" b="0" strike="noStrike" spc="-1"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/>
          </p:nvPr>
        </p:nvSpPr>
        <p:spPr>
          <a:xfrm>
            <a:off x="812880" y="6356520"/>
            <a:ext cx="38602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IN" sz="2400" b="0" strike="noStrike" spc="-1"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/>
          </p:nvPr>
        </p:nvSpPr>
        <p:spPr>
          <a:xfrm>
            <a:off x="10058400" y="6356520"/>
            <a:ext cx="13204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6AFB24FA-E66A-47FC-B003-EA8DE1EBB669}" type="slidenum">
              <a:rPr lang="en-IN" sz="1100" b="0" strike="noStrike" spc="-1">
                <a:solidFill>
                  <a:srgbClr val="FFFFFF"/>
                </a:solidFill>
                <a:latin typeface="Arial Narrow"/>
              </a:rPr>
              <a:t>‹#›</a:t>
            </a:fld>
            <a:endParaRPr lang="en-IN" sz="11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880" y="1600200"/>
            <a:ext cx="1056600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340"/>
              </a:spcBef>
              <a:spcAft>
                <a:spcPts val="601"/>
              </a:spcAft>
              <a:buClr>
                <a:srgbClr val="DC9E1F"/>
              </a:buClr>
              <a:buFont typeface="Arial"/>
              <a:buChar char="•"/>
            </a:pPr>
            <a:r>
              <a:rPr lang="en-US" sz="1700" b="0" strike="noStrike" spc="29">
                <a:solidFill>
                  <a:srgbClr val="FFFFFF"/>
                </a:solidFill>
                <a:latin typeface="Arial Narrow"/>
              </a:rPr>
              <a:t>Click to edit Master text styles</a:t>
            </a:r>
          </a:p>
          <a:p>
            <a:pPr marL="743040" lvl="1" indent="-285480">
              <a:lnSpc>
                <a:spcPct val="100000"/>
              </a:lnSpc>
              <a:spcBef>
                <a:spcPts val="340"/>
              </a:spcBef>
              <a:spcAft>
                <a:spcPts val="601"/>
              </a:spcAft>
              <a:buClr>
                <a:srgbClr val="DC9E1F"/>
              </a:buClr>
              <a:buFont typeface="Arial"/>
              <a:buChar char="•"/>
            </a:pPr>
            <a:r>
              <a:rPr lang="en-US" sz="1700" b="0" strike="noStrike" spc="29">
                <a:solidFill>
                  <a:srgbClr val="FFFFFF"/>
                </a:solidFill>
                <a:latin typeface="Arial Narrow"/>
              </a:rPr>
              <a:t>Second level</a:t>
            </a:r>
          </a:p>
          <a:p>
            <a:pPr marL="1143000" lvl="2" indent="-228240">
              <a:lnSpc>
                <a:spcPct val="100000"/>
              </a:lnSpc>
              <a:spcBef>
                <a:spcPts val="340"/>
              </a:spcBef>
              <a:spcAft>
                <a:spcPts val="601"/>
              </a:spcAft>
              <a:buClr>
                <a:srgbClr val="DC9E1F"/>
              </a:buClr>
              <a:buFont typeface="Arial"/>
              <a:buChar char="•"/>
            </a:pPr>
            <a:r>
              <a:rPr lang="en-US" sz="1700" b="0" strike="noStrike" spc="29">
                <a:solidFill>
                  <a:srgbClr val="FFFFFF"/>
                </a:solidFill>
                <a:latin typeface="Arial Narrow"/>
              </a:rPr>
              <a:t>Third level</a:t>
            </a:r>
          </a:p>
          <a:p>
            <a:pPr marL="1600200" lvl="3" indent="-228240">
              <a:lnSpc>
                <a:spcPct val="100000"/>
              </a:lnSpc>
              <a:spcBef>
                <a:spcPts val="340"/>
              </a:spcBef>
              <a:spcAft>
                <a:spcPts val="601"/>
              </a:spcAft>
              <a:buClr>
                <a:srgbClr val="DC9E1F"/>
              </a:buClr>
              <a:buFont typeface="Arial"/>
              <a:buChar char="•"/>
            </a:pPr>
            <a:r>
              <a:rPr lang="en-US" sz="1700" b="0" strike="noStrike" spc="29">
                <a:solidFill>
                  <a:srgbClr val="FFFFFF"/>
                </a:solidFill>
                <a:latin typeface="Arial Narrow"/>
              </a:rPr>
              <a:t>Fourth level</a:t>
            </a:r>
          </a:p>
          <a:p>
            <a:pPr marL="2057400" lvl="4" indent="-228240">
              <a:lnSpc>
                <a:spcPct val="100000"/>
              </a:lnSpc>
              <a:spcBef>
                <a:spcPts val="340"/>
              </a:spcBef>
              <a:spcAft>
                <a:spcPts val="601"/>
              </a:spcAft>
              <a:buClr>
                <a:srgbClr val="DC9E1F"/>
              </a:buClr>
              <a:buFont typeface="Arial"/>
              <a:buChar char="•"/>
            </a:pPr>
            <a:r>
              <a:rPr lang="en-US" sz="1700" b="0" strike="noStrike" spc="29">
                <a:solidFill>
                  <a:srgbClr val="FFFFFF"/>
                </a:solidFill>
                <a:latin typeface="Arial Narrow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863600" y="415402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6000" b="0" strike="noStrike" cap="all" spc="49" dirty="0">
                <a:solidFill>
                  <a:srgbClr val="FFFFFF"/>
                </a:solidFill>
                <a:latin typeface="Arial Narrow"/>
              </a:rPr>
              <a:t>Cyber</a:t>
            </a:r>
            <a:r>
              <a:rPr dirty="0"/>
              <a:t/>
            </a:r>
            <a:br>
              <a:rPr dirty="0"/>
            </a:br>
            <a:r>
              <a:rPr lang="en-IN" sz="6000" b="0" strike="noStrike" cap="all" spc="49" dirty="0">
                <a:solidFill>
                  <a:srgbClr val="FFFFFF"/>
                </a:solidFill>
                <a:latin typeface="Arial Narrow"/>
              </a:rPr>
              <a:t>security</a:t>
            </a:r>
            <a:endParaRPr lang="en-US" sz="6000" b="0" strike="noStrike" spc="-1" dirty="0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7337500" y="5966620"/>
            <a:ext cx="45000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 algn="r"/>
            <a:r>
              <a:rPr lang="en-IN" sz="1800" b="0" strike="noStrike" spc="-1" dirty="0" smtClean="0">
                <a:solidFill>
                  <a:schemeClr val="bg1"/>
                </a:solidFill>
                <a:latin typeface="Arial"/>
              </a:rPr>
              <a:t>Gaurav </a:t>
            </a:r>
            <a:r>
              <a:rPr lang="en-IN" sz="1800" b="0" strike="noStrike" spc="-1" dirty="0">
                <a:solidFill>
                  <a:schemeClr val="bg1"/>
                </a:solidFill>
                <a:latin typeface="Arial"/>
              </a:rPr>
              <a:t>Yadav</a:t>
            </a:r>
          </a:p>
          <a:p>
            <a:pPr algn="r"/>
            <a:r>
              <a:rPr lang="en-IN" sz="1800" b="0" strike="noStrike" spc="-1" dirty="0">
                <a:solidFill>
                  <a:schemeClr val="bg1"/>
                </a:solidFill>
                <a:latin typeface="Arial"/>
              </a:rPr>
              <a:t>IIITS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812880" y="274680"/>
            <a:ext cx="10566000" cy="1142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3600" b="0" strike="noStrike" spc="49" dirty="0" smtClean="0">
                <a:solidFill>
                  <a:srgbClr val="FFFFFF"/>
                </a:solidFill>
                <a:latin typeface="Arial Narrow"/>
              </a:rPr>
              <a:t>What Is Cyber Security?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sz="3600" b="0" strike="noStrike" spc="-1" dirty="0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812880" y="1600200"/>
            <a:ext cx="10566000" cy="411444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343080" indent="-34272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DC9E1F"/>
              </a:buClr>
              <a:buFont typeface="Arial"/>
              <a:buChar char="•"/>
            </a:pPr>
            <a:r>
              <a:rPr lang="en-US" sz="2400" b="0" strike="noStrike" spc="29" dirty="0">
                <a:solidFill>
                  <a:srgbClr val="FFFFFF"/>
                </a:solidFill>
                <a:latin typeface="Arial Narrow"/>
              </a:rPr>
              <a:t>Cyber security is the practice of defending computers, servers, mobile devices, electronic systems, networks, and data from malicious attacks.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226" y="3111499"/>
            <a:ext cx="3443654" cy="1939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812880" y="274680"/>
            <a:ext cx="10566000" cy="1142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3000" b="0" strike="noStrike" spc="49" dirty="0" smtClean="0">
                <a:solidFill>
                  <a:srgbClr val="FFFFFF"/>
                </a:solidFill>
                <a:latin typeface="Arial Narrow"/>
              </a:rPr>
              <a:t>Why  Cybersecurity ?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sz="3000" b="0" strike="noStrike" spc="-1" dirty="0">
              <a:solidFill>
                <a:srgbClr val="FFFFFF"/>
              </a:solidFill>
              <a:latin typeface="Arial Narrow"/>
            </a:endParaRPr>
          </a:p>
        </p:txBody>
      </p:sp>
      <p:pic>
        <p:nvPicPr>
          <p:cNvPr id="90" name="Content Placeholder 3"/>
          <p:cNvPicPr/>
          <p:nvPr/>
        </p:nvPicPr>
        <p:blipFill>
          <a:blip r:embed="rId3"/>
          <a:stretch/>
        </p:blipFill>
        <p:spPr>
          <a:xfrm>
            <a:off x="3330720" y="1600200"/>
            <a:ext cx="5530320" cy="4114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812880" y="274680"/>
            <a:ext cx="10566000" cy="1142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4800" b="0" strike="noStrike" spc="49" dirty="0" smtClean="0">
                <a:solidFill>
                  <a:srgbClr val="FFFFFF"/>
                </a:solidFill>
                <a:latin typeface="Arial Narrow"/>
              </a:rPr>
              <a:t>How?</a:t>
            </a:r>
            <a:endParaRPr lang="en-US" sz="4800" b="0" strike="noStrike" spc="-1" dirty="0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812880" y="1600200"/>
            <a:ext cx="10566000" cy="411444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343080" indent="-34272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C9E1F"/>
              </a:buClr>
              <a:buFont typeface="Arial"/>
              <a:buChar char="•"/>
            </a:pPr>
            <a:endParaRPr lang="en-US" sz="2000" b="0" strike="noStrike" spc="29" dirty="0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99" name="CustomShape 3"/>
          <p:cNvSpPr/>
          <p:nvPr/>
        </p:nvSpPr>
        <p:spPr>
          <a:xfrm>
            <a:off x="2190600" y="1200420"/>
            <a:ext cx="5651280" cy="3161880"/>
          </a:xfrm>
          <a:prstGeom prst="ellipse">
            <a:avLst/>
          </a:prstGeom>
          <a:solidFill>
            <a:srgbClr val="FFFFFF"/>
          </a:solidFill>
          <a:ln>
            <a:solidFill>
              <a:srgbClr val="9D936F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</p:sp>
      <p:sp>
        <p:nvSpPr>
          <p:cNvPr id="100" name="CustomShape 4"/>
          <p:cNvSpPr/>
          <p:nvPr/>
        </p:nvSpPr>
        <p:spPr>
          <a:xfrm>
            <a:off x="4347180" y="1689300"/>
            <a:ext cx="2666520" cy="1650600"/>
          </a:xfrm>
          <a:prstGeom prst="ellipse">
            <a:avLst/>
          </a:prstGeom>
          <a:solidFill>
            <a:srgbClr val="7E97AD"/>
          </a:solidFill>
          <a:ln>
            <a:solidFill>
              <a:srgbClr val="5D6F7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" name="CustomShape 5"/>
          <p:cNvSpPr/>
          <p:nvPr/>
        </p:nvSpPr>
        <p:spPr>
          <a:xfrm>
            <a:off x="3930500" y="3750180"/>
            <a:ext cx="2704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800" b="0" strike="noStrike" spc="-1" dirty="0">
                <a:solidFill>
                  <a:srgbClr val="000000"/>
                </a:solidFill>
                <a:latin typeface="Arial Narrow"/>
              </a:rPr>
              <a:t>Cyber Security</a:t>
            </a:r>
            <a:endParaRPr lang="en-IN" sz="1800" b="0" strike="noStrike" spc="-1" dirty="0">
              <a:latin typeface="Arial"/>
            </a:endParaRPr>
          </a:p>
        </p:txBody>
      </p:sp>
      <p:sp>
        <p:nvSpPr>
          <p:cNvPr id="102" name="CustomShape 6"/>
          <p:cNvSpPr/>
          <p:nvPr/>
        </p:nvSpPr>
        <p:spPr>
          <a:xfrm>
            <a:off x="4513140" y="2316110"/>
            <a:ext cx="252684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800" b="0" strike="noStrike" spc="-1" dirty="0">
                <a:solidFill>
                  <a:srgbClr val="FFFFFF"/>
                </a:solidFill>
                <a:latin typeface="Arial Narrow"/>
              </a:rPr>
              <a:t>Hacking( Grey, Black and White Hat)</a:t>
            </a:r>
            <a:endParaRPr lang="en-IN" sz="18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26188090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580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3"/>
          <p:cNvPicPr/>
          <p:nvPr/>
        </p:nvPicPr>
        <p:blipFill>
          <a:blip r:embed="rId2"/>
          <a:stretch/>
        </p:blipFill>
        <p:spPr>
          <a:xfrm>
            <a:off x="127080" y="660240"/>
            <a:ext cx="11709000" cy="5358960"/>
          </a:xfrm>
          <a:prstGeom prst="rect">
            <a:avLst/>
          </a:prstGeom>
          <a:ln w="0">
            <a:noFill/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 w="152400" h="50800" prst="softRound"/>
            <a:bevelB w="152400" h="50800" prst="softRound"/>
          </a:sp3d>
        </p:spPr>
      </p:pic>
      <p:sp>
        <p:nvSpPr>
          <p:cNvPr id="2" name="Rectangle 1"/>
          <p:cNvSpPr/>
          <p:nvPr/>
        </p:nvSpPr>
        <p:spPr>
          <a:xfrm>
            <a:off x="4140200" y="927100"/>
            <a:ext cx="4381500" cy="7366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6476040" y="3780000"/>
            <a:ext cx="3836880" cy="173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strike="noStrike" spc="-1">
                <a:solidFill>
                  <a:srgbClr val="7030A0"/>
                </a:solidFill>
                <a:latin typeface="Arial Narrow"/>
              </a:rPr>
              <a:t>Any Queries?</a:t>
            </a:r>
            <a:endParaRPr lang="en-IN" sz="5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IN" sz="5400" b="0" strike="noStrike" spc="-1"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1452240" y="1240200"/>
            <a:ext cx="3190680" cy="91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strike="noStrike" spc="-1" dirty="0">
                <a:solidFill>
                  <a:schemeClr val="bg1"/>
                </a:solidFill>
                <a:latin typeface="Arial Narrow"/>
              </a:rPr>
              <a:t>Thank You!</a:t>
            </a:r>
            <a:endParaRPr lang="en-IN" sz="54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Theme6</Template>
  <TotalTime>135</TotalTime>
  <Words>67</Words>
  <Application>Microsoft Office PowerPoint</Application>
  <PresentationFormat>Widescreen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Arial Narrow</vt:lpstr>
      <vt:lpstr>Calibri</vt:lpstr>
      <vt:lpstr>DejaVu Sans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</dc:title>
  <dc:subject/>
  <dc:creator>Microsoft account</dc:creator>
  <dc:description/>
  <cp:lastModifiedBy>gaurav yadav</cp:lastModifiedBy>
  <cp:revision>54</cp:revision>
  <dcterms:created xsi:type="dcterms:W3CDTF">2020-10-09T05:50:33Z</dcterms:created>
  <dcterms:modified xsi:type="dcterms:W3CDTF">2021-01-20T13:38:31Z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