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1" r:id="rId7"/>
    <p:sldId id="260" r:id="rId8"/>
  </p:sldIdLst>
  <p:sldSz cx="9144000" cy="5143500" type="screen16x9"/>
  <p:notesSz cx="6858000" cy="9144000"/>
  <p:embeddedFontLst>
    <p:embeddedFont>
      <p:font typeface="Lato" panose="020B0604020202020204" charset="0"/>
      <p:regular r:id="rId10"/>
      <p:bold r:id="rId11"/>
      <p:italic r:id="rId12"/>
      <p:boldItalic r:id="rId13"/>
    </p:embeddedFont>
    <p:embeddedFont>
      <p:font typeface="Montserrat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94111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76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7b2fac7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7b2fac7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926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b7b2fac739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b7b2fac739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7b2fac739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b7b2fac739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820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b7b2fac739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b7b2fac739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2354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Cybersecurity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0625" y="1257300"/>
            <a:ext cx="64579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OS </a:t>
            </a:r>
            <a:r>
              <a:rPr lang="en-IN" dirty="0" err="1">
                <a:solidFill>
                  <a:schemeClr val="tx2"/>
                </a:solidFill>
              </a:rPr>
              <a:t>secuirty</a:t>
            </a:r>
            <a:endParaRPr lang="en-IN" dirty="0">
              <a:solidFill>
                <a:schemeClr val="tx2"/>
              </a:solidFill>
            </a:endParaRPr>
          </a:p>
          <a:p>
            <a:r>
              <a:rPr lang="en-IN" dirty="0">
                <a:solidFill>
                  <a:schemeClr val="tx2"/>
                </a:solidFill>
              </a:rPr>
              <a:t>System security (user level)</a:t>
            </a:r>
          </a:p>
          <a:p>
            <a:r>
              <a:rPr lang="en-IN" dirty="0">
                <a:solidFill>
                  <a:schemeClr val="tx2"/>
                </a:solidFill>
              </a:rPr>
              <a:t>System security (kernel level)</a:t>
            </a:r>
          </a:p>
          <a:p>
            <a:r>
              <a:rPr lang="en-IN" dirty="0">
                <a:solidFill>
                  <a:schemeClr val="tx2"/>
                </a:solidFill>
              </a:rPr>
              <a:t>Encryption explicitly</a:t>
            </a:r>
          </a:p>
          <a:p>
            <a:r>
              <a:rPr lang="en-IN" dirty="0">
                <a:solidFill>
                  <a:schemeClr val="tx2"/>
                </a:solidFill>
              </a:rPr>
              <a:t>Decryption explicitly</a:t>
            </a:r>
          </a:p>
          <a:p>
            <a:r>
              <a:rPr lang="en-IN" dirty="0">
                <a:solidFill>
                  <a:schemeClr val="tx2"/>
                </a:solidFill>
              </a:rPr>
              <a:t>Web Secuirty</a:t>
            </a:r>
          </a:p>
          <a:p>
            <a:r>
              <a:rPr lang="en-IN" dirty="0">
                <a:solidFill>
                  <a:schemeClr val="tx2"/>
                </a:solidFill>
              </a:rPr>
              <a:t>Browser Security</a:t>
            </a:r>
          </a:p>
          <a:p>
            <a:r>
              <a:rPr lang="en-IN" dirty="0">
                <a:solidFill>
                  <a:schemeClr val="tx2"/>
                </a:solidFill>
              </a:rPr>
              <a:t>Malware analyst (static / dynamic)</a:t>
            </a:r>
          </a:p>
          <a:p>
            <a:r>
              <a:rPr lang="en-IN" dirty="0">
                <a:solidFill>
                  <a:schemeClr val="tx2"/>
                </a:solidFill>
              </a:rPr>
              <a:t>Network security</a:t>
            </a:r>
          </a:p>
          <a:p>
            <a:r>
              <a:rPr lang="en-IN" dirty="0">
                <a:solidFill>
                  <a:schemeClr val="tx2"/>
                </a:solidFill>
              </a:rPr>
              <a:t>Wireless security</a:t>
            </a:r>
          </a:p>
          <a:p>
            <a:r>
              <a:rPr lang="en-IN" dirty="0">
                <a:solidFill>
                  <a:schemeClr val="tx2"/>
                </a:solidFill>
              </a:rPr>
              <a:t>Android security</a:t>
            </a:r>
          </a:p>
          <a:p>
            <a:r>
              <a:rPr lang="en-IN" dirty="0" err="1">
                <a:solidFill>
                  <a:schemeClr val="tx2"/>
                </a:solidFill>
              </a:rPr>
              <a:t>IoT</a:t>
            </a:r>
            <a:r>
              <a:rPr lang="en-IN" dirty="0">
                <a:solidFill>
                  <a:schemeClr val="tx2"/>
                </a:solidFill>
              </a:rPr>
              <a:t> security</a:t>
            </a:r>
          </a:p>
          <a:p>
            <a:r>
              <a:rPr lang="en-IN" dirty="0">
                <a:solidFill>
                  <a:schemeClr val="tx2"/>
                </a:solidFill>
              </a:rPr>
              <a:t>Forensics and incident response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0625" y="43815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solidFill>
                  <a:schemeClr val="bg1"/>
                </a:solidFill>
              </a:rPr>
              <a:t>Fields of Cybersecurity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06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1346800" y="6534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i="1">
                <a:solidFill>
                  <a:schemeClr val="dk2"/>
                </a:solidFill>
              </a:rPr>
              <a:t>Type of Hackers</a:t>
            </a:r>
            <a:endParaRPr sz="1800" b="1" i="1">
              <a:solidFill>
                <a:schemeClr val="dk2"/>
              </a:solidFill>
            </a:endParaRPr>
          </a:p>
        </p:txBody>
      </p:sp>
      <p:sp>
        <p:nvSpPr>
          <p:cNvPr id="140" name="Google Shape;140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dirty="0"/>
              <a:t>Script Kiddies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dirty="0"/>
              <a:t>Suicide Hackers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dirty="0"/>
              <a:t>Black-Hat Hackers 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dirty="0"/>
              <a:t>White-Hat Hackers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dirty="0"/>
              <a:t>Gray-Hat Hackers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1212875" y="5662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Hacking Process</a:t>
            </a:r>
            <a:endParaRPr dirty="0"/>
          </a:p>
        </p:txBody>
      </p:sp>
      <p:sp>
        <p:nvSpPr>
          <p:cNvPr id="146" name="Google Shape;146;p15"/>
          <p:cNvSpPr txBox="1">
            <a:spLocks noGrp="1"/>
          </p:cNvSpPr>
          <p:nvPr>
            <p:ph type="body" idx="1"/>
          </p:nvPr>
        </p:nvSpPr>
        <p:spPr>
          <a:xfrm>
            <a:off x="702425" y="1565075"/>
            <a:ext cx="8059800" cy="16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2387" dirty="0">
                <a:solidFill>
                  <a:srgbClr val="FF00FF"/>
                </a:solidFill>
              </a:rPr>
              <a:t>Footprinting </a:t>
            </a:r>
            <a:r>
              <a:rPr lang="en" sz="2387" dirty="0"/>
              <a:t>&gt; </a:t>
            </a:r>
            <a:r>
              <a:rPr lang="en" sz="2387" dirty="0">
                <a:solidFill>
                  <a:srgbClr val="FF0000"/>
                </a:solidFill>
              </a:rPr>
              <a:t>Scanning</a:t>
            </a:r>
            <a:r>
              <a:rPr lang="en" sz="2387" dirty="0"/>
              <a:t> &gt; </a:t>
            </a:r>
            <a:r>
              <a:rPr lang="en" sz="2387" dirty="0">
                <a:solidFill>
                  <a:srgbClr val="FFFF00"/>
                </a:solidFill>
              </a:rPr>
              <a:t>Enumeration </a:t>
            </a:r>
            <a:endParaRPr sz="2387" dirty="0">
              <a:solidFill>
                <a:srgbClr val="FFFF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2387" dirty="0"/>
              <a:t>&gt;</a:t>
            </a:r>
            <a:r>
              <a:rPr lang="en" sz="2387" dirty="0">
                <a:solidFill>
                  <a:srgbClr val="FFFF00"/>
                </a:solidFill>
              </a:rPr>
              <a:t> </a:t>
            </a:r>
            <a:r>
              <a:rPr lang="en" sz="2387" dirty="0">
                <a:solidFill>
                  <a:srgbClr val="00FF00"/>
                </a:solidFill>
              </a:rPr>
              <a:t>System Hacking </a:t>
            </a:r>
            <a:r>
              <a:rPr lang="en" sz="2387" dirty="0"/>
              <a:t>&gt;</a:t>
            </a:r>
            <a:r>
              <a:rPr lang="en" sz="2387" dirty="0">
                <a:solidFill>
                  <a:srgbClr val="00FF00"/>
                </a:solidFill>
              </a:rPr>
              <a:t> </a:t>
            </a:r>
            <a:r>
              <a:rPr lang="en" sz="2387" dirty="0">
                <a:solidFill>
                  <a:srgbClr val="00FFFF"/>
                </a:solidFill>
              </a:rPr>
              <a:t>Escalation of Privilege</a:t>
            </a:r>
            <a:r>
              <a:rPr lang="en" sz="2387" dirty="0"/>
              <a:t> &gt; </a:t>
            </a:r>
            <a:r>
              <a:rPr lang="en" sz="2387" dirty="0">
                <a:solidFill>
                  <a:srgbClr val="4A86E8"/>
                </a:solidFill>
              </a:rPr>
              <a:t>Covering Tracks </a:t>
            </a:r>
            <a:r>
              <a:rPr lang="en" sz="2387" dirty="0"/>
              <a:t>&gt;  </a:t>
            </a:r>
            <a:r>
              <a:rPr lang="en" sz="2387" dirty="0">
                <a:solidFill>
                  <a:srgbClr val="9900FF"/>
                </a:solidFill>
              </a:rPr>
              <a:t>Planting Backdoors</a:t>
            </a:r>
            <a:r>
              <a:rPr lang="en" sz="2387" dirty="0"/>
              <a:t> </a:t>
            </a:r>
            <a:endParaRPr sz="2387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2387" dirty="0">
              <a:solidFill>
                <a:srgbClr val="00FF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2387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2387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2387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2387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2387" dirty="0"/>
          </a:p>
        </p:txBody>
      </p:sp>
      <p:sp>
        <p:nvSpPr>
          <p:cNvPr id="2" name="Rectangle 1"/>
          <p:cNvSpPr/>
          <p:nvPr/>
        </p:nvSpPr>
        <p:spPr>
          <a:xfrm>
            <a:off x="702425" y="1565075"/>
            <a:ext cx="5536450" cy="416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562725" y="894630"/>
            <a:ext cx="1850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Information Gathering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6238875" y="1480375"/>
            <a:ext cx="447675" cy="292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Types of Testing</a:t>
            </a:r>
            <a:endParaRPr dirty="0"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rgbClr val="000000"/>
                </a:solidFill>
              </a:rPr>
              <a:t>Black Box</a:t>
            </a:r>
            <a:endParaRPr sz="27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 dirty="0"/>
              <a:t>White Box</a:t>
            </a:r>
            <a:endParaRPr sz="27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700" dirty="0">
                <a:solidFill>
                  <a:srgbClr val="999999"/>
                </a:solidFill>
              </a:rPr>
              <a:t>Gray Box</a:t>
            </a:r>
            <a:endParaRPr sz="2700" dirty="0">
              <a:solidFill>
                <a:srgbClr val="9999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775" y="2098725"/>
            <a:ext cx="6474900" cy="1720800"/>
          </a:xfrm>
        </p:spPr>
        <p:txBody>
          <a:bodyPr>
            <a:noAutofit/>
          </a:bodyPr>
          <a:lstStyle/>
          <a:p>
            <a:r>
              <a:rPr lang="en-IN" sz="3200" b="1" dirty="0" smtClean="0"/>
              <a:t>Why Vulnerabilities Arise?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15148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1297500" y="9579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</a:t>
            </a:r>
            <a:endParaRPr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Line</a:t>
            </a:r>
            <a:endParaRPr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  <a:endParaRPr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Hypervisors</a:t>
            </a:r>
            <a:endParaRPr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Administration</a:t>
            </a:r>
            <a:endParaRPr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Digital Security</a:t>
            </a:r>
            <a:endParaRPr sz="16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112</Words>
  <Application>Microsoft Office PowerPoint</Application>
  <PresentationFormat>On-screen Show (16:9)</PresentationFormat>
  <Paragraphs>43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Lato</vt:lpstr>
      <vt:lpstr>Montserrat</vt:lpstr>
      <vt:lpstr>Focus</vt:lpstr>
      <vt:lpstr>Introduction to Cybersecurity</vt:lpstr>
      <vt:lpstr>PowerPoint Presentation</vt:lpstr>
      <vt:lpstr>Type of Hackers</vt:lpstr>
      <vt:lpstr>The Hacking Process</vt:lpstr>
      <vt:lpstr>Types of Testing</vt:lpstr>
      <vt:lpstr>Why Vulnerabilities Arise?</vt:lpstr>
      <vt:lpstr>Requirements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Cybersecurity</dc:title>
  <cp:lastModifiedBy>gaurav yadav</cp:lastModifiedBy>
  <cp:revision>4</cp:revision>
  <dcterms:modified xsi:type="dcterms:W3CDTF">2021-01-23T13:39:41Z</dcterms:modified>
</cp:coreProperties>
</file>